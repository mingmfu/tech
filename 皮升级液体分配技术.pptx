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皮升级液体分配技术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94A3B8"/>
                </a:solidFill>
              </a:defRPr>
            </a:pPr>
            <a:r>
              <a:t>微观世界的精准操控革命</a:t>
            </a:r>
          </a:p>
          <a:p>
            <a:r>
              <a:t>2025年2月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执行摘要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皮升级（picoliter，10⁻¹²升）液体分配技术正成为精密制造和生命科学领域的核心使能技术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核心突破：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压电陶瓷驱动、微机电系统（MEMS）和智能反馈控制的融合创新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实现±1%以内的体积精度和每秒数千次的分配频率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市场规模：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预计2028年将突破120亿美元，年复合增长率18%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应用前景：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正在重塑基因测序、类器官芯片、微流控诊断和先进封装等前沿领域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什么是皮升级？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定义：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1 皮升（picoliter）= 10⁻¹² 升 = 0.000000000001 升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相当于人类头发直径的 1/5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约等于一个红细胞的体积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技术挑战：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传统液体分配依赖气动或活塞驱动，最小体积受限在微升级（10⁻⁶升）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皮升级分配需要纳米级精度控制和毫秒级响应速度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液滴直径仅为20-100μm，对材料和工艺提出极高要求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技术意义：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实现单细胞级别、单分子级别的精确操控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支撑高通量筛选、微量反应体系、精准医疗等前沿应用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技术突破一：压电陶瓷驱动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核心技术原理：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利用压电材料的逆压电效应，通过精确控制电压实现纳米级位移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配合快速响应阀门和高刚度喷嘴结构，毫秒级完成液滴生成和断裂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关键性能指标：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分配体积范围：10pL - 1000pL（可调）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体积精度：CV &lt; 1%（部分高端系统达0.5%）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分配频率：最高10kHz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液滴直径：20-100μm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技术优势：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响应速度快、控制精度高、重复性好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可处理高粘度液体和含颗粒悬浮液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无机械磨损，使用寿命长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技术突破二：MEMS微纳加工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技术概述：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微机电系统（MEMS）技术实现皮升级分配器的微型化和集成化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采用硅基或玻璃基微加工，喷嘴直径可小至20μm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喷嘴微结构优化：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表面疏水/亲水图案化处理，精确控制液滴形态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集成微加热器，实现高粘度液体的温控分配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低表面能涂层防止液体粘附和交叉污染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多通道并行设计：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单个芯片集成数百至数千个独立分配通道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通道间距可小至100μm，实现超高密度点阵打印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独立寻址控制，每个通道可分配不同体积或不同液体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技术突破三：智能反馈控制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实时液滴监测技术：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频闪成像系统：以微秒级曝光时间捕获液滴形成过程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激光衍射传感器：非接触式实时测量液滴体积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高速相机视觉检测：记录液滴形态和飞行轨迹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AI反馈算法：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基于深度学习的液滴形态预测和动态调整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自动补偿液体粘度变化、温度漂移和喷嘴磨损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闭环控制确保长期稳定的高精度分配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智能化优势：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预测喷嘴堵塞，实现自适应维护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自动优化分配参数，零故障运行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实时质量监控和数据追溯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技术突破四：材料科学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低表面能涂层技术：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喷嘴内壁采用氟碳聚合物或类金刚石碳（DLC）涂层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降低液体粘附，防止堵塞和交叉污染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提高液滴形成的一致性和稳定性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陶瓷与复合材料喷嘴：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氧化锆陶瓷喷嘴替代传统不锈钢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更高的硬度、耐磨性和化学惰性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使用寿命延长10倍以上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生物相容性材料：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开发全生物降解的分配系统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无细胞毒性材料用于体内药物递送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满足GMP规范的无菌和热原要求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应用场景一：基因测序与合成生物学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高通量基因测序（NGS）样本制备：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在微小反应室（pL级体积）中进行文库制备，试剂消耗降低1000倍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单芯片可同时处理数万个样本，实现超高通量筛选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用于单细胞测序，精确分配裂解缓冲液和反应酶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DNA合成与编辑：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电化学阵列合成：通过皮升级分配在电极表面逐层合成寡核苷酸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CRISPR文库构建：高通量分配guide RNA和Cas蛋白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合成生物学：自动化构建基因回路和代谢通路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市场规模：基因测序液体处理系统市场2027年预计达45亿美元，年复合增长率18%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应用场景二：类器官与器官芯片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类器官构建：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皮升级分配实现单细胞或细胞小团的精确放置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构建复杂多细胞结构的3D生物打印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模拟肿瘤微环境，用于药物筛选和个性化医疗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器官芯片（Organ-on-a-Chip）：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微流控芯片中精确分配培养基、药物和细胞外基质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模拟血管-组织界面的物质交换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皮升级灌流系统实现动态培养环境的精确控制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产业影响：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器官芯片市场预计2030年达12亿美元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皮升级分配是核心使能技术之一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推动精准医疗和药物研发范式变革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应用场景三：微流控诊断与POCT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数字PCR（dPCR）和单分子检测：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将反应体系分割为数十万至数百万个皮升级微液滴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每个液滴作为独立的PCR反应室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实现绝对定量和极低丰度靶标的检测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侧向层析和免疫检测：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皮升级分配实现检测抗体的精确定量包被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多重检测芯片上不同抗体的并行分配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用于传染病快速检测、肿瘤标志物筛查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POCT市场：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受COVID-19推动，即时检测市场快速扩张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皮升级液体处理系统需求激增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从实验室走向家庭和社区检测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应用场景四：先进封装与微电子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倒装芯片（Flip-Chip）底部填充：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皮升级精度控制底部填充胶的分配量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避免溢胶和填充不足，提高封装良率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适用于高密度互连的微凸点封装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微LED巨量转移：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将微LED芯片从生长基板转移至显示背板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皮升级粘胶的精确分配确保转移精度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用于AR/VR眼镜、高端电视的Micro-LED显示制造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3D打印电子：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喷墨打印导电墨水、介电材料和半导体墨水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制造柔性电路、传感器和天线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皮升级体积控制确保打印分辨率和功能性能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应用场景五：药物筛选与高通量实验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高通量筛选（HTS）：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每天可处理数十万个化合物样品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皮升级分配实现纳摩尔级化合物浓度的精确配制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大幅降低昂贵试剂和稀有样品的消耗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类器官药物反应测试：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在类器官模型上高通量测试药物反应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皮升级分配实现多种药物组合的矩阵测试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加速新药发现和个性化用药指导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技术优势：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提高筛选通量和数据质量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减少实验动物使用，符合3R原则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支持微量稀有样品的充分利用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主要厂商与竞争格局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B82F6"/>
                </a:solidFill>
              </a:defRPr>
            </a:pPr>
            <a:r>
              <a:t>国际领先厂商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</a:defRPr>
            </a:pPr>
            <a:r>
              <a:t>• Eppendorf（德国）：epMotion系列自动化液体处理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</a:defRPr>
            </a:pPr>
            <a:r>
              <a:t>• Tecan（瑞士）：Fluent和Freedom EVO平台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</a:defRPr>
            </a:pPr>
            <a:r>
              <a:t>• Hamilton（美国）：MicroLab STAR模块化系统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</a:defRPr>
            </a:pPr>
            <a:r>
              <a:t>• Beckman Coulter：Echo声波移液技术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</a:defRPr>
            </a:pPr>
            <a:r>
              <a:t>• Scienion（德国）：sciFLEXARRAYER喷墨点样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8B5CF6"/>
                </a:solidFill>
              </a:defRPr>
            </a:pPr>
            <a:r>
              <a:t>国产厂商崛起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</a:defRPr>
            </a:pPr>
            <a:r>
              <a:t>• 华大智造：MGISP系列自动化样本制备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</a:defRPr>
            </a:pPr>
            <a:r>
              <a:t>• 奥美泰克：液体处理工作站国产替代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</a:defRPr>
            </a:pPr>
            <a:r>
              <a:t>• 迪谱诊断：数字PCR系统配套模块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</a:defRPr>
            </a:pPr>
            <a:r>
              <a:t>• 技术突破：在基因测序领域实现国产替代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</a:defRPr>
            </a:pPr>
            <a:r>
              <a:t>• 市场机遇：政策支持+供应链安全需求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市场规模与增长预测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整体市场规模：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2028年预计突破120亿美元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年复合增长率（CAGR）18%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基因测序细分市场2027年达45亿美元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增长驱动因素：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精准医疗和个性化用药需求增长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合成生物学和基因编辑技术快速发展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新冠疫情期间POCT市场爆发式增长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先进封装和Micro-LED显示技术推动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区域市场：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北美和欧洲占据主要市场份额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亚太地区增速最快，中国市场潜力巨大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国产替代政策加速本土厂商发展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技术挑战与未来趋势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当前技术挑战：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超高粘度液体分配：生物墨水、细胞悬浮液仍需突破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多液体兼容性：同一系统处理有机溶剂到水溶液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无菌与GMP合规：生物医药应用的高标准要求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未来发展趋势：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智能化与AI集成：机器学习实时优化，预测性维护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超大规模并行化：单芯片10,000+通道，单秒百万次分配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生物相容性突破：全生物降解系统，体内药物递送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成本平民化：MEMS规模化制造，成本降至万元级别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战略意义：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支撑精准医疗、合成生物学和先进制造持续革新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谢谢观看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94A3B8"/>
                </a:solidFill>
              </a:defRPr>
            </a:pPr>
            <a:r>
              <a:t>皮升级液体分配技术</a:t>
            </a:r>
          </a:p>
          <a:p>
            <a:r>
              <a:t>微观世界的精准操控革命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